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Default Extension="svg" ContentType="image/sv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lvl1pPr>
      <a:defRPr sz="1800"/>
    </a:lvl1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Lef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4" name="Righ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defRPr sz="4400"/>
      </a:lvl1pPr>
    </p:titleStyle>
    <p:bodyStyle>
      <a:lvl1pPr marL="228600" indent="-228600">
        <a:buChar char="•"/>
        <a:defRPr sz="2800"/>
      </a:lvl1pPr>
      <a:lvl2pPr marL="685800" indent="-228600">
        <a:buChar char="•"/>
        <a:defRPr sz="2400"/>
      </a:lvl2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pptx-create-4-1-fallback.png"/><Relationship Id="rId3" Type="http://schemas.openxmlformats.org/officeDocument/2006/relationships/image" Target="../media/pptx-create-4-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Fixture deck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Rendered by LibreOffice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short point</a:t>
            </a:r>
          </a:p>
          <a:p>
            <a:pPr lvl="1"/>
            <a:r>
              <a:rPr lang="en-US" dirty="0"/>
              <a:t>a detail</a:t>
            </a:r>
          </a:p>
          <a:p>
            <a:r>
              <a:rPr lang="en-US" dirty="0"/>
              <a:t>Another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Paragraph 1 is long enough to wrap onto a second line of the box</a:t>
            </a:r>
          </a:p>
          <a:p>
            <a:r>
              <a:rPr lang="en-US" dirty="0"/>
              <a:t>Paragraph 2 is long enough to wrap onto a second line of the box</a:t>
            </a:r>
          </a:p>
          <a:p>
            <a:r>
              <a:rPr lang="en-US" dirty="0"/>
              <a:t>Paragraph 3 is long enough to wrap onto a second line of the box</a:t>
            </a:r>
          </a:p>
          <a:p>
            <a:r>
              <a:rPr lang="en-US" dirty="0"/>
              <a:t>Paragraph 4 is long enough to wrap onto a second line of the box</a:t>
            </a:r>
          </a:p>
          <a:p>
            <a:r>
              <a:rPr lang="en-US" dirty="0"/>
              <a:t>Paragraph 5 is long enough to wrap onto a second line of the box</a:t>
            </a:r>
          </a:p>
          <a:p>
            <a:r>
              <a:rPr lang="en-US" dirty="0"/>
              <a:t>Paragraph 6 is long enough to wrap onto a second line of the box</a:t>
            </a:r>
          </a:p>
          <a:p>
            <a:r>
              <a:rPr lang="en-US" dirty="0"/>
              <a:t>Paragraph 7 is long enough to wrap onto a second line of the box</a:t>
            </a:r>
          </a:p>
          <a:p>
            <a:r>
              <a:rPr lang="en-US" dirty="0"/>
              <a:t>Paragraph 8 is long enough to wrap onto a second line of the box</a:t>
            </a:r>
          </a:p>
          <a:p>
            <a:r>
              <a:rPr lang="en-US" dirty="0"/>
              <a:t>Paragraph 9 is long enough to wrap onto a second line of the box</a:t>
            </a:r>
          </a:p>
          <a:p>
            <a:r>
              <a:rPr lang="en-US" dirty="0"/>
              <a:t>Paragraph 10 is long enough to wrap onto a second line of the box</a:t>
            </a:r>
          </a:p>
          <a:p>
            <a:r>
              <a:rPr lang="en-US" dirty="0"/>
              <a:t>Paragraph 11 is long enough to wrap onto a second line of the box</a:t>
            </a:r>
          </a:p>
          <a:p>
            <a:r>
              <a:rPr lang="en-US" dirty="0"/>
              <a:t>Paragraph 12 is long enough to wrap onto a second line of the box</a:t>
            </a:r>
          </a:p>
          <a:p>
            <a:r>
              <a:rPr lang="en-US" dirty="0"/>
              <a:t>Paragraph 13 is long enough to wrap onto a second line of the box</a:t>
            </a:r>
          </a:p>
          <a:p>
            <a:r>
              <a:rPr lang="en-US" dirty="0"/>
              <a:t>Paragraph 14 is long enough to wrap onto a second line of the box</a:t>
            </a:r>
          </a:p>
          <a:p>
            <a:r>
              <a:rPr lang="en-US" dirty="0"/>
              <a:t>Paragraph 15 is long enough to wrap onto a second line of the box</a:t>
            </a:r>
          </a:p>
          <a:p>
            <a:r>
              <a:rPr lang="en-US" dirty="0"/>
              <a:t>Paragraph 16 is long enough to wrap onto a second line of the 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Beside it</a:t>
            </a:r>
          </a:p>
        </p:txBody>
      </p:sp>
      <p:pic>
        <p:nvPicPr>
          <p:cNvPr id="4" name="Picture 3" descr="diagra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200" y="2705894"/>
            <a:ext cx="5181600" cy="25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16A34A"/>
      </a:accent2>
      <a:accent3>
        <a:srgbClr val="DC2626"/>
      </a:accent3>
      <a:accent4>
        <a:srgbClr val="CA8A04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Fixture template</dc:title>
</cp:coreProperties>
</file>